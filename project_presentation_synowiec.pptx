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77D7"/>
    <a:srgbClr val="99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5D06-7309-D559-1740-0C1F4C21A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3275B-E8E6-2064-1432-675E85E14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B2884-4E38-48C5-E2D2-C9DE8881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199A-4668-6D98-8D76-61C6F7B8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F5235-2746-A064-64DE-4A9B97A7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4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30F1-A734-2277-834A-600E05A0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B4732-534A-A700-11E7-D5927C41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19F34-4E13-96DD-55A0-3A81C366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30264-0F8F-128B-D581-35F7A549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79ABA-F145-C2A6-4B04-43FB7EE1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8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897A-BAE7-45A6-EABA-EFE4988E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CF0DF-6EBD-81AD-F82C-CD87139B0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56D0-FD93-FF1D-6FC2-5D9C8F7A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E60D-A95F-9BF8-D51A-03BD8E06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4F8C8-9FA1-77EF-CFF0-F4A32E15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7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C661-84AC-F362-0FCF-895393D5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9116-A010-45E8-A16E-A7968A608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FF95B-879C-F343-B3A7-7A51F4489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DFBC0-D8D5-1BAC-E26D-8C25FBA8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A090D-FE71-E0AC-4BBD-4D803C9D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400EA-5FD6-7558-9EA3-AF2CAF2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6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A998-C5FA-6ECC-D318-FB4B0695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490CA-C9D3-786F-EACB-A3BE93FC1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C93EE-AEAE-A1AD-A61D-A8958D088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F9ABA-2AE8-28C3-BA87-73AC9DF8E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CA5BC-C217-2AFE-058E-D24CDAF77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0B5F9-0FEC-0AAF-275D-DE641C26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E28AB-CE32-4FBC-E297-A6AF37AB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FF956-5ED7-C954-D983-4FA3913C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2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C15C-D30E-5C42-F5CC-697FFAEC2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DE048-0193-58F2-89F9-B14F2951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2990E-6B67-E1CF-7E07-5EBF8EC7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0C90D-FBF4-FCC0-F3AF-852D9DBB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8307A-D7E2-01A7-59BF-56ABB722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29B92-68DC-06C1-28DD-E891AF4C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338E-F534-3B3B-44F2-09E50A8C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7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6B95-D149-AA58-41E8-A83B42AA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00817-190F-36E5-CF92-81394010D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9244F-71B5-C9DE-0C9E-D6242582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DBDB9-35AB-922B-09D2-A0650203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6C884-B98E-1C44-1526-65E1C82C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7D1AC-FC09-2842-C1A5-E4A190F4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3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D336-C9F8-DB1D-2082-74ADA198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293BE-8B38-787A-DC2A-21686B034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16CAA-2D35-2671-B759-FCE241775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0848B-2370-8E49-0594-0B5D3764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226A8-D274-ABF2-A9C3-A5EDFED9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F5C1F-CAE3-AE61-8B79-E2485C03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9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FA3D-16F8-A6F7-1B16-40BCF6F7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97C53-2193-2A47-591A-773132C08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3C766-6156-67A2-C55E-75E25B5B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6C6B1-6A35-15C4-085A-46900E4C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C369C-1DD4-BD67-99C1-2E9CB032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9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A5816-3AE9-3BAF-5F0E-4EC4F53ED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04D37-915D-392C-5CC5-D7F3FA4DB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ED61-774D-9DC9-FE0F-E66341F4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2AF70-E45B-B1D4-6635-165AB34C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1D97-39B4-4954-D245-5DBB333B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1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9F4AE-956C-2A38-2987-CAE28B50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335BD-3EE6-9A46-23F9-6370EE790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4A6B-CE7D-D63A-5F73-99F267C61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193C9-9683-470C-A43B-72306943C55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79F0F-017B-D497-A992-462166C2D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8754F-02FA-6739-8AC0-0FA8B8A06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E6833-7D0A-4819-AD3B-13BE4129D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8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2939-7571-23CC-8CC3-301ECC0B6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9A85-D7AE-B87E-6ACF-01820D8F8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62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9832-533F-A10C-7EBE-339D2EE7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– Initial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E1C3-C775-4683-2500-FD5EC81D1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consists of 2 files</a:t>
            </a:r>
          </a:p>
          <a:p>
            <a:pPr lvl="1"/>
            <a:r>
              <a:rPr lang="en-US" dirty="0" err="1"/>
              <a:t>Electronics.jsonl</a:t>
            </a:r>
            <a:r>
              <a:rPr lang="en-US" dirty="0"/>
              <a:t> (22 GB, 43,886,944 entries)</a:t>
            </a:r>
          </a:p>
          <a:p>
            <a:pPr lvl="2"/>
            <a:r>
              <a:rPr lang="en-US" dirty="0"/>
              <a:t>Reviews of products in the </a:t>
            </a:r>
            <a:r>
              <a:rPr lang="en-US" dirty="0" err="1"/>
              <a:t>meta_Electronics.jsonl</a:t>
            </a:r>
            <a:r>
              <a:rPr lang="en-US" dirty="0"/>
              <a:t> database</a:t>
            </a:r>
          </a:p>
          <a:p>
            <a:pPr marL="457200" lvl="1" indent="0">
              <a:buNone/>
            </a:pPr>
            <a:r>
              <a:rPr lang="en-US" dirty="0"/>
              <a:t>{rating, title, text, images, </a:t>
            </a:r>
            <a:r>
              <a:rPr lang="en-US" dirty="0" err="1"/>
              <a:t>asin</a:t>
            </a:r>
            <a:r>
              <a:rPr lang="en-US" dirty="0"/>
              <a:t>, </a:t>
            </a:r>
            <a:r>
              <a:rPr lang="en-US" dirty="0" err="1"/>
              <a:t>parent_asin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, timestamp, </a:t>
            </a:r>
            <a:r>
              <a:rPr lang="en-US" dirty="0" err="1"/>
              <a:t>helpful_vote</a:t>
            </a:r>
            <a:r>
              <a:rPr lang="en-US" dirty="0"/>
              <a:t>, </a:t>
            </a:r>
            <a:r>
              <a:rPr lang="en-US" dirty="0" err="1"/>
              <a:t>verified_purchase</a:t>
            </a:r>
            <a:r>
              <a:rPr lang="en-US" dirty="0"/>
              <a:t>}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meta_Electronics</a:t>
            </a:r>
            <a:r>
              <a:rPr lang="en-US" dirty="0"/>
              <a:t> (5 GB, 1,610,012 entries)</a:t>
            </a:r>
          </a:p>
          <a:p>
            <a:pPr lvl="2"/>
            <a:r>
              <a:rPr lang="en-US" dirty="0"/>
              <a:t>Product information for Amazon products</a:t>
            </a:r>
          </a:p>
          <a:p>
            <a:pPr marL="457200" lvl="1" indent="0">
              <a:buNone/>
            </a:pPr>
            <a:r>
              <a:rPr lang="en-US" dirty="0"/>
              <a:t>{</a:t>
            </a:r>
            <a:r>
              <a:rPr lang="en-US" dirty="0" err="1"/>
              <a:t>main_category</a:t>
            </a:r>
            <a:r>
              <a:rPr lang="en-US" dirty="0"/>
              <a:t>, title, </a:t>
            </a:r>
            <a:r>
              <a:rPr lang="en-US" dirty="0" err="1"/>
              <a:t>average_rating</a:t>
            </a:r>
            <a:r>
              <a:rPr lang="en-US" dirty="0"/>
              <a:t>, </a:t>
            </a:r>
            <a:r>
              <a:rPr lang="en-US" dirty="0" err="1"/>
              <a:t>rating_number</a:t>
            </a:r>
            <a:r>
              <a:rPr lang="en-US" dirty="0"/>
              <a:t>, features, description, price, images, videos, store, categories, details, </a:t>
            </a:r>
            <a:r>
              <a:rPr lang="en-US" dirty="0" err="1"/>
              <a:t>parent_asin</a:t>
            </a:r>
            <a:r>
              <a:rPr lang="en-US" dirty="0"/>
              <a:t>, </a:t>
            </a:r>
            <a:r>
              <a:rPr lang="en-US" dirty="0" err="1"/>
              <a:t>bought_together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80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4A4E-3DE4-1D97-9D8F-7565090F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– Development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E90B-78F4-903D-B70B-49F387ABB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initial data was too large to reasonably develop with, so a reduced data size was generated to improve efficiency.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06ACE-6C6F-E0DB-18E0-39C2CCC9EE44}"/>
              </a:ext>
            </a:extLst>
          </p:cNvPr>
          <p:cNvSpPr/>
          <p:nvPr/>
        </p:nvSpPr>
        <p:spPr>
          <a:xfrm>
            <a:off x="838200" y="3076073"/>
            <a:ext cx="1620252" cy="1335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metadata</a:t>
            </a:r>
          </a:p>
          <a:p>
            <a:pPr algn="ctr"/>
            <a:r>
              <a:rPr lang="en-US" dirty="0"/>
              <a:t>1610012</a:t>
            </a:r>
          </a:p>
          <a:p>
            <a:pPr algn="ctr"/>
            <a:r>
              <a:rPr lang="en-US" dirty="0"/>
              <a:t>entries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A40AC-832B-C85B-0E1E-F65969F0B481}"/>
              </a:ext>
            </a:extLst>
          </p:cNvPr>
          <p:cNvSpPr/>
          <p:nvPr/>
        </p:nvSpPr>
        <p:spPr>
          <a:xfrm>
            <a:off x="838200" y="4960352"/>
            <a:ext cx="1620252" cy="1335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reviews</a:t>
            </a:r>
          </a:p>
          <a:p>
            <a:pPr algn="ctr"/>
            <a:r>
              <a:rPr lang="en-US" dirty="0"/>
              <a:t>43886944 entries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29A2EB3-C81E-114B-F72D-D7D7DCDAF993}"/>
              </a:ext>
            </a:extLst>
          </p:cNvPr>
          <p:cNvSpPr/>
          <p:nvPr/>
        </p:nvSpPr>
        <p:spPr>
          <a:xfrm>
            <a:off x="2727158" y="3609474"/>
            <a:ext cx="914994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FAD83-3FE6-E5A8-CE85-C9D441CD9826}"/>
              </a:ext>
            </a:extLst>
          </p:cNvPr>
          <p:cNvSpPr txBox="1"/>
          <p:nvPr/>
        </p:nvSpPr>
        <p:spPr>
          <a:xfrm>
            <a:off x="2727158" y="3240142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41FB5-1222-1188-7A1F-3D624F22F75B}"/>
              </a:ext>
            </a:extLst>
          </p:cNvPr>
          <p:cNvSpPr/>
          <p:nvPr/>
        </p:nvSpPr>
        <p:spPr>
          <a:xfrm>
            <a:off x="3907961" y="3076073"/>
            <a:ext cx="1620252" cy="13355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metadata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26F9EAA-676F-22FD-B726-1FADDD37DEFE}"/>
              </a:ext>
            </a:extLst>
          </p:cNvPr>
          <p:cNvSpPr/>
          <p:nvPr/>
        </p:nvSpPr>
        <p:spPr>
          <a:xfrm>
            <a:off x="2709546" y="5577989"/>
            <a:ext cx="5313429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6945DC5-AA80-C4BE-A7C0-E16225250510}"/>
              </a:ext>
            </a:extLst>
          </p:cNvPr>
          <p:cNvSpPr/>
          <p:nvPr/>
        </p:nvSpPr>
        <p:spPr>
          <a:xfrm>
            <a:off x="5669992" y="3609474"/>
            <a:ext cx="1542857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39582-5807-6E2A-2372-23AB020D199B}"/>
              </a:ext>
            </a:extLst>
          </p:cNvPr>
          <p:cNvSpPr txBox="1"/>
          <p:nvPr/>
        </p:nvSpPr>
        <p:spPr>
          <a:xfrm>
            <a:off x="5669993" y="3240142"/>
            <a:ext cx="1542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print_entry.py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881387-A21D-457E-2924-1BEF42AB1AAD}"/>
              </a:ext>
            </a:extLst>
          </p:cNvPr>
          <p:cNvSpPr/>
          <p:nvPr/>
        </p:nvSpPr>
        <p:spPr>
          <a:xfrm>
            <a:off x="7393841" y="3076072"/>
            <a:ext cx="1620252" cy="1335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parent_asin</a:t>
            </a:r>
            <a:r>
              <a:rPr lang="en-US" dirty="0"/>
              <a:t> list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2FA4127-853C-47D7-4251-F77113DFDFB1}"/>
              </a:ext>
            </a:extLst>
          </p:cNvPr>
          <p:cNvSpPr/>
          <p:nvPr/>
        </p:nvSpPr>
        <p:spPr>
          <a:xfrm rot="7998971">
            <a:off x="6703160" y="4702449"/>
            <a:ext cx="708804" cy="3619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A9756-7806-39CA-891E-496844F2027B}"/>
              </a:ext>
            </a:extLst>
          </p:cNvPr>
          <p:cNvSpPr txBox="1"/>
          <p:nvPr/>
        </p:nvSpPr>
        <p:spPr>
          <a:xfrm>
            <a:off x="4127134" y="5252773"/>
            <a:ext cx="29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read_based_on_entrylist.py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BAB81B-FF7D-0044-CEF0-22EC9EB0C7FB}"/>
              </a:ext>
            </a:extLst>
          </p:cNvPr>
          <p:cNvSpPr/>
          <p:nvPr/>
        </p:nvSpPr>
        <p:spPr>
          <a:xfrm>
            <a:off x="8272145" y="4954352"/>
            <a:ext cx="1620252" cy="13355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reviews</a:t>
            </a:r>
          </a:p>
          <a:p>
            <a:pPr algn="ctr"/>
            <a:r>
              <a:rPr lang="en-US" dirty="0"/>
              <a:t>756914 entries</a:t>
            </a:r>
          </a:p>
        </p:txBody>
      </p:sp>
    </p:spTree>
    <p:extLst>
      <p:ext uri="{BB962C8B-B14F-4D97-AF65-F5344CB8AC3E}">
        <p14:creationId xmlns:p14="http://schemas.microsoft.com/office/powerpoint/2010/main" val="258495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7354-1A30-B534-64EA-1F15148F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–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8E59-F43F-438C-B41E-4D1F9C384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Development Data Set was cleaned and combined. A corpus matching MP1 was then generated for easier ingestion into indexing tools.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9D2E8A-E781-FFF5-F135-BEDE1E162667}"/>
              </a:ext>
            </a:extLst>
          </p:cNvPr>
          <p:cNvSpPr/>
          <p:nvPr/>
        </p:nvSpPr>
        <p:spPr>
          <a:xfrm>
            <a:off x="380130" y="3355526"/>
            <a:ext cx="1620252" cy="13355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metadata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7B2C88-FD73-34CB-43B1-D8748CAB51B2}"/>
              </a:ext>
            </a:extLst>
          </p:cNvPr>
          <p:cNvSpPr/>
          <p:nvPr/>
        </p:nvSpPr>
        <p:spPr>
          <a:xfrm>
            <a:off x="380130" y="4863442"/>
            <a:ext cx="1620252" cy="133550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</a:p>
          <a:p>
            <a:pPr algn="ctr"/>
            <a:r>
              <a:rPr lang="en-US" dirty="0"/>
              <a:t>reviews</a:t>
            </a:r>
          </a:p>
          <a:p>
            <a:pPr algn="ctr"/>
            <a:r>
              <a:rPr lang="en-US" dirty="0"/>
              <a:t>756914 entries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0E9928E-C9F7-F91B-1CEA-DD04A0697D51}"/>
              </a:ext>
            </a:extLst>
          </p:cNvPr>
          <p:cNvSpPr/>
          <p:nvPr/>
        </p:nvSpPr>
        <p:spPr>
          <a:xfrm>
            <a:off x="2141268" y="3965755"/>
            <a:ext cx="1717023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DEA83-197E-B2FE-10AC-9064180A8580}"/>
              </a:ext>
            </a:extLst>
          </p:cNvPr>
          <p:cNvSpPr txBox="1"/>
          <p:nvPr/>
        </p:nvSpPr>
        <p:spPr>
          <a:xfrm>
            <a:off x="10680219" y="3523671"/>
            <a:ext cx="1265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generate_ corpus.py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8FE8BDB-9709-525C-3257-6CA4A599852A}"/>
              </a:ext>
            </a:extLst>
          </p:cNvPr>
          <p:cNvSpPr/>
          <p:nvPr/>
        </p:nvSpPr>
        <p:spPr>
          <a:xfrm>
            <a:off x="2141269" y="5529902"/>
            <a:ext cx="1717022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9ECBD-AA65-55F7-D757-00066B07A013}"/>
              </a:ext>
            </a:extLst>
          </p:cNvPr>
          <p:cNvSpPr txBox="1"/>
          <p:nvPr/>
        </p:nvSpPr>
        <p:spPr>
          <a:xfrm>
            <a:off x="2037479" y="5160570"/>
            <a:ext cx="1891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clean_reviews.py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4E2F60-18C6-9D08-6B56-DFD4AF7D9C85}"/>
              </a:ext>
            </a:extLst>
          </p:cNvPr>
          <p:cNvSpPr/>
          <p:nvPr/>
        </p:nvSpPr>
        <p:spPr>
          <a:xfrm>
            <a:off x="3954865" y="3354233"/>
            <a:ext cx="1620252" cy="1335505"/>
          </a:xfrm>
          <a:prstGeom prst="rect">
            <a:avLst/>
          </a:prstGeom>
          <a:solidFill>
            <a:srgbClr val="AE77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cleaned product</a:t>
            </a:r>
          </a:p>
          <a:p>
            <a:pPr algn="ctr"/>
            <a:r>
              <a:rPr lang="en-US" dirty="0"/>
              <a:t>metadata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600426-107A-B4DC-F6EC-3D2DEF52CDCB}"/>
              </a:ext>
            </a:extLst>
          </p:cNvPr>
          <p:cNvSpPr/>
          <p:nvPr/>
        </p:nvSpPr>
        <p:spPr>
          <a:xfrm>
            <a:off x="3954865" y="4862149"/>
            <a:ext cx="1620252" cy="1335505"/>
          </a:xfrm>
          <a:prstGeom prst="rect">
            <a:avLst/>
          </a:prstGeom>
          <a:solidFill>
            <a:srgbClr val="AE77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cleaned product</a:t>
            </a:r>
          </a:p>
          <a:p>
            <a:pPr algn="ctr"/>
            <a:r>
              <a:rPr lang="en-US" dirty="0"/>
              <a:t>reviews</a:t>
            </a:r>
          </a:p>
          <a:p>
            <a:pPr algn="ctr"/>
            <a:r>
              <a:rPr lang="en-US" dirty="0"/>
              <a:t>756914 entries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13C9F4E-69AA-2AC2-129F-106C1A2DA7D7}"/>
              </a:ext>
            </a:extLst>
          </p:cNvPr>
          <p:cNvSpPr/>
          <p:nvPr/>
        </p:nvSpPr>
        <p:spPr>
          <a:xfrm>
            <a:off x="5700326" y="3965755"/>
            <a:ext cx="3214964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671471-A446-6489-FC76-FEF118B13308}"/>
              </a:ext>
            </a:extLst>
          </p:cNvPr>
          <p:cNvSpPr txBox="1"/>
          <p:nvPr/>
        </p:nvSpPr>
        <p:spPr>
          <a:xfrm>
            <a:off x="5643794" y="3596423"/>
            <a:ext cx="332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combine_reviews_and_meta.py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BC63CC2-22A7-86DB-ADF7-5A19959F7262}"/>
              </a:ext>
            </a:extLst>
          </p:cNvPr>
          <p:cNvSpPr/>
          <p:nvPr/>
        </p:nvSpPr>
        <p:spPr>
          <a:xfrm rot="20498126">
            <a:off x="5617396" y="5071359"/>
            <a:ext cx="3321451" cy="36933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FBFF1C-5E60-16BA-4D0C-7A5D64610AE7}"/>
              </a:ext>
            </a:extLst>
          </p:cNvPr>
          <p:cNvSpPr/>
          <p:nvPr/>
        </p:nvSpPr>
        <p:spPr>
          <a:xfrm>
            <a:off x="9027212" y="3354233"/>
            <a:ext cx="1620252" cy="13355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combined dataset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17B87-2669-2C8A-A3ED-095EC68D9BFD}"/>
              </a:ext>
            </a:extLst>
          </p:cNvPr>
          <p:cNvSpPr/>
          <p:nvPr/>
        </p:nvSpPr>
        <p:spPr>
          <a:xfrm>
            <a:off x="9027212" y="4882841"/>
            <a:ext cx="1620252" cy="13355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corpus</a:t>
            </a:r>
          </a:p>
          <a:p>
            <a:pPr algn="ctr"/>
            <a:r>
              <a:rPr lang="en-US" dirty="0"/>
              <a:t>10000 entries</a:t>
            </a:r>
          </a:p>
        </p:txBody>
      </p:sp>
      <p:sp>
        <p:nvSpPr>
          <p:cNvPr id="17" name="Arrow: U-Turn 16">
            <a:extLst>
              <a:ext uri="{FF2B5EF4-FFF2-40B4-BE49-F238E27FC236}">
                <a16:creationId xmlns:a16="http://schemas.microsoft.com/office/drawing/2014/main" id="{E0837BBD-3219-D048-B8C9-20C378B3B2BD}"/>
              </a:ext>
            </a:extLst>
          </p:cNvPr>
          <p:cNvSpPr/>
          <p:nvPr/>
        </p:nvSpPr>
        <p:spPr>
          <a:xfrm rot="5400000">
            <a:off x="10500872" y="4428516"/>
            <a:ext cx="1425677" cy="908649"/>
          </a:xfrm>
          <a:prstGeom prst="uturnArrow">
            <a:avLst>
              <a:gd name="adj1" fmla="val 18508"/>
              <a:gd name="adj2" fmla="val 25000"/>
              <a:gd name="adj3" fmla="val 25000"/>
              <a:gd name="adj4" fmla="val 30765"/>
              <a:gd name="adj5" fmla="val 7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7D2DB9-5101-E468-BAEB-5CBC172BC3CD}"/>
              </a:ext>
            </a:extLst>
          </p:cNvPr>
          <p:cNvSpPr txBox="1"/>
          <p:nvPr/>
        </p:nvSpPr>
        <p:spPr>
          <a:xfrm>
            <a:off x="2187693" y="3748823"/>
            <a:ext cx="165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clean_meta.py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52EFFA-8A71-A8BA-A698-B4DD0F7B3920}"/>
              </a:ext>
            </a:extLst>
          </p:cNvPr>
          <p:cNvSpPr txBox="1"/>
          <p:nvPr/>
        </p:nvSpPr>
        <p:spPr>
          <a:xfrm>
            <a:off x="5973572" y="2947122"/>
            <a:ext cx="567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  <a:r>
              <a:rPr lang="en-US" dirty="0" err="1"/>
              <a:t>average_rating</a:t>
            </a:r>
            <a:r>
              <a:rPr lang="en-US" dirty="0"/>
              <a:t>, </a:t>
            </a:r>
            <a:r>
              <a:rPr lang="en-US" dirty="0" err="1"/>
              <a:t>rating_number</a:t>
            </a:r>
            <a:r>
              <a:rPr lang="en-US" dirty="0"/>
              <a:t>, price, </a:t>
            </a:r>
            <a:r>
              <a:rPr lang="en-US" dirty="0" err="1"/>
              <a:t>parent_asin</a:t>
            </a:r>
            <a:r>
              <a:rPr lang="en-US" dirty="0"/>
              <a:t>, text}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CAB1C5-F75B-DDE6-D497-07931795ED6A}"/>
              </a:ext>
            </a:extLst>
          </p:cNvPr>
          <p:cNvSpPr txBox="1"/>
          <p:nvPr/>
        </p:nvSpPr>
        <p:spPr>
          <a:xfrm>
            <a:off x="7560876" y="5863695"/>
            <a:ext cx="1500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{id, contents}</a:t>
            </a:r>
          </a:p>
        </p:txBody>
      </p:sp>
    </p:spTree>
    <p:extLst>
      <p:ext uri="{BB962C8B-B14F-4D97-AF65-F5344CB8AC3E}">
        <p14:creationId xmlns:p14="http://schemas.microsoft.com/office/powerpoint/2010/main" val="12115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A0D9-AF0D-A238-6F0A-C37CF2801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Chrome Plugin to </a:t>
            </a:r>
            <a:r>
              <a:rPr lang="en-US" dirty="0" err="1"/>
              <a:t>Ollama</a:t>
            </a:r>
            <a:r>
              <a:rPr lang="en-US" dirty="0"/>
              <a:t> LLM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EB0AE-CFF2-FBD6-ABA8-FC1F18145210}"/>
              </a:ext>
            </a:extLst>
          </p:cNvPr>
          <p:cNvSpPr/>
          <p:nvPr/>
        </p:nvSpPr>
        <p:spPr>
          <a:xfrm>
            <a:off x="4650656" y="3162660"/>
            <a:ext cx="2428567" cy="6790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ragpipeline.py</a:t>
            </a:r>
          </a:p>
          <a:p>
            <a:pPr algn="ctr"/>
            <a:r>
              <a:rPr lang="en-US" dirty="0" err="1"/>
              <a:t>commandline</a:t>
            </a:r>
            <a:r>
              <a:rPr lang="en-US" dirty="0"/>
              <a:t> query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8A580-A6A0-211A-B79D-FF4D18173444}"/>
              </a:ext>
            </a:extLst>
          </p:cNvPr>
          <p:cNvSpPr/>
          <p:nvPr/>
        </p:nvSpPr>
        <p:spPr>
          <a:xfrm>
            <a:off x="4650657" y="5132440"/>
            <a:ext cx="2428567" cy="9438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ragpipeline_server.py</a:t>
            </a:r>
          </a:p>
          <a:p>
            <a:pPr algn="ctr"/>
            <a:r>
              <a:rPr lang="en-US" dirty="0" err="1"/>
              <a:t>WebSockets</a:t>
            </a:r>
            <a:r>
              <a:rPr lang="en-US" dirty="0"/>
              <a:t> server</a:t>
            </a:r>
          </a:p>
          <a:p>
            <a:pPr algn="ctr"/>
            <a:r>
              <a:rPr lang="en-US" dirty="0"/>
              <a:t>localhost:32001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2035F-24FC-3145-3664-0B037E0AADA5}"/>
              </a:ext>
            </a:extLst>
          </p:cNvPr>
          <p:cNvSpPr/>
          <p:nvPr/>
        </p:nvSpPr>
        <p:spPr>
          <a:xfrm>
            <a:off x="1042219" y="5132440"/>
            <a:ext cx="2143432" cy="9438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chrome plugin</a:t>
            </a:r>
          </a:p>
          <a:p>
            <a:pPr algn="ctr"/>
            <a:r>
              <a:rPr lang="en-US" dirty="0"/>
              <a:t>localhost:32001 connection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891933-C882-2515-DBFB-18F8F8B26870}"/>
              </a:ext>
            </a:extLst>
          </p:cNvPr>
          <p:cNvSpPr/>
          <p:nvPr/>
        </p:nvSpPr>
        <p:spPr>
          <a:xfrm>
            <a:off x="1042219" y="1871911"/>
            <a:ext cx="2143433" cy="67902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chrome plugin</a:t>
            </a:r>
          </a:p>
          <a:p>
            <a:pPr algn="ctr"/>
            <a:r>
              <a:rPr lang="en-US" dirty="0" err="1"/>
              <a:t>openai</a:t>
            </a:r>
            <a:r>
              <a:rPr lang="en-US" dirty="0"/>
              <a:t> connection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4ACD9A-A16A-7D00-D429-1F20DD3984DA}"/>
              </a:ext>
            </a:extLst>
          </p:cNvPr>
          <p:cNvSpPr/>
          <p:nvPr/>
        </p:nvSpPr>
        <p:spPr>
          <a:xfrm>
            <a:off x="8480321" y="3162660"/>
            <a:ext cx="2428567" cy="6790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111DC0-5DA7-DFAD-FF09-1FA72BBF30BE}"/>
              </a:ext>
            </a:extLst>
          </p:cNvPr>
          <p:cNvSpPr/>
          <p:nvPr/>
        </p:nvSpPr>
        <p:spPr>
          <a:xfrm>
            <a:off x="8480321" y="5132440"/>
            <a:ext cx="2428567" cy="94389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ollama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8AFD9-6E1B-051A-FDF1-D2A807CCB0F2}"/>
              </a:ext>
            </a:extLst>
          </p:cNvPr>
          <p:cNvSpPr/>
          <p:nvPr/>
        </p:nvSpPr>
        <p:spPr>
          <a:xfrm>
            <a:off x="8480321" y="1871911"/>
            <a:ext cx="2428567" cy="6790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openai</a:t>
            </a:r>
            <a:endParaRPr lang="en-US" dirty="0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CB84BA40-76CA-2920-1CC9-84A359313382}"/>
              </a:ext>
            </a:extLst>
          </p:cNvPr>
          <p:cNvSpPr/>
          <p:nvPr/>
        </p:nvSpPr>
        <p:spPr>
          <a:xfrm>
            <a:off x="3431458" y="2074606"/>
            <a:ext cx="4778477" cy="275304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69196CAE-E050-1A19-7189-2249F5F2C9B1}"/>
              </a:ext>
            </a:extLst>
          </p:cNvPr>
          <p:cNvSpPr/>
          <p:nvPr/>
        </p:nvSpPr>
        <p:spPr>
          <a:xfrm>
            <a:off x="7216876" y="3364522"/>
            <a:ext cx="1145458" cy="275304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5AC9C748-F3D5-4758-1A36-8CC529A0EA28}"/>
              </a:ext>
            </a:extLst>
          </p:cNvPr>
          <p:cNvSpPr/>
          <p:nvPr/>
        </p:nvSpPr>
        <p:spPr>
          <a:xfrm>
            <a:off x="7207043" y="5466736"/>
            <a:ext cx="1145458" cy="275304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3C14FA0-417C-6179-C4AB-FD1B62A7DB4A}"/>
              </a:ext>
            </a:extLst>
          </p:cNvPr>
          <p:cNvSpPr/>
          <p:nvPr/>
        </p:nvSpPr>
        <p:spPr>
          <a:xfrm>
            <a:off x="3345425" y="5476569"/>
            <a:ext cx="1145458" cy="275304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B852BAD-1F98-8A98-B899-9D4493985BE4}"/>
              </a:ext>
            </a:extLst>
          </p:cNvPr>
          <p:cNvSpPr/>
          <p:nvPr/>
        </p:nvSpPr>
        <p:spPr>
          <a:xfrm>
            <a:off x="1995948" y="2674373"/>
            <a:ext cx="245807" cy="2310581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12C52C8-4486-A978-74E5-2EC09998726E}"/>
              </a:ext>
            </a:extLst>
          </p:cNvPr>
          <p:cNvSpPr/>
          <p:nvPr/>
        </p:nvSpPr>
        <p:spPr>
          <a:xfrm>
            <a:off x="5742035" y="4021394"/>
            <a:ext cx="245807" cy="102301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B686D4ED-9B58-56B1-E547-9A1BBF21A31F}"/>
              </a:ext>
            </a:extLst>
          </p:cNvPr>
          <p:cNvSpPr/>
          <p:nvPr/>
        </p:nvSpPr>
        <p:spPr>
          <a:xfrm>
            <a:off x="9571700" y="4021393"/>
            <a:ext cx="245807" cy="102301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5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315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Data Cleaning – Initial Data</vt:lpstr>
      <vt:lpstr>Data Cleaning – Development Data Set</vt:lpstr>
      <vt:lpstr>Data Cleaning – Cleaning Process</vt:lpstr>
      <vt:lpstr>Connecting Chrome Plugin to Ollama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Synowiec</dc:creator>
  <cp:lastModifiedBy>Mark Synowiec</cp:lastModifiedBy>
  <cp:revision>1</cp:revision>
  <dcterms:created xsi:type="dcterms:W3CDTF">2025-12-06T20:34:48Z</dcterms:created>
  <dcterms:modified xsi:type="dcterms:W3CDTF">2025-12-06T21:32:20Z</dcterms:modified>
</cp:coreProperties>
</file>